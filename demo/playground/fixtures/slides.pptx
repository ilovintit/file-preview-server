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7DD4A-6C29-4ECE-8F3E-0443B82C2D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16EA30-F785-4B3A-A4AF-0A5FD11EA31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64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File preview S03 Presentation 42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